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787241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2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B883B-8D95-466A-903F-760A0DAE421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355725" y="1143000"/>
            <a:ext cx="9569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20CDF-2AC4-4B5C-B045-6043D44B6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5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20CDF-2AC4-4B5C-B045-6043D44B65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6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415430"/>
            <a:ext cx="590431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333255"/>
            <a:ext cx="590431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632841"/>
            <a:ext cx="678995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698739"/>
            <a:ext cx="678995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35147"/>
            <a:ext cx="6789956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622264"/>
            <a:ext cx="3330399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927226"/>
            <a:ext cx="3330399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622264"/>
            <a:ext cx="334680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927226"/>
            <a:ext cx="3346801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65485"/>
            <a:ext cx="3985409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65485"/>
            <a:ext cx="3985409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35147"/>
            <a:ext cx="1697489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35147"/>
            <a:ext cx="4994062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35147"/>
            <a:ext cx="678995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675735"/>
            <a:ext cx="678995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352733"/>
            <a:ext cx="265693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6CF3-EA82-697A-F49B-753FDD4B8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5" r="-1076"/>
          <a:stretch>
            <a:fillRect/>
          </a:stretch>
        </p:blipFill>
        <p:spPr>
          <a:xfrm>
            <a:off x="2832070" y="-1"/>
            <a:ext cx="2255520" cy="2538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4C25D3-C396-F2C8-2395-889F12ACE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07" y="0"/>
            <a:ext cx="2566863" cy="2538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6D4A6E-2C95-C4A2-FE0E-89ABA06F1496}"/>
              </a:ext>
            </a:extLst>
          </p:cNvPr>
          <p:cNvSpPr txBox="1"/>
          <p:nvPr/>
        </p:nvSpPr>
        <p:spPr>
          <a:xfrm>
            <a:off x="578393" y="0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F544F-E777-E007-A923-BB215DBEE6DF}"/>
              </a:ext>
            </a:extLst>
          </p:cNvPr>
          <p:cNvSpPr txBox="1"/>
          <p:nvPr/>
        </p:nvSpPr>
        <p:spPr>
          <a:xfrm>
            <a:off x="2832070" y="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3F0CA-1615-8C5F-5DFB-8B35AE1263A9}"/>
              </a:ext>
            </a:extLst>
          </p:cNvPr>
          <p:cNvSpPr txBox="1"/>
          <p:nvPr/>
        </p:nvSpPr>
        <p:spPr>
          <a:xfrm rot="16200000">
            <a:off x="-259286" y="104898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P(X=x)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9733D8-63BE-86FA-4C54-BD344C8FC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6686" y="0"/>
            <a:ext cx="2544735" cy="25384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1D4CEB-5582-85BB-FCB8-AFE117BE0BFC}"/>
              </a:ext>
            </a:extLst>
          </p:cNvPr>
          <p:cNvSpPr txBox="1"/>
          <p:nvPr/>
        </p:nvSpPr>
        <p:spPr>
          <a:xfrm>
            <a:off x="1765594" y="32266"/>
            <a:ext cx="1116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975E8-4DFA-60B5-B5CB-99BC0F3A55A8}"/>
              </a:ext>
            </a:extLst>
          </p:cNvPr>
          <p:cNvSpPr txBox="1"/>
          <p:nvPr/>
        </p:nvSpPr>
        <p:spPr>
          <a:xfrm>
            <a:off x="4049123" y="32266"/>
            <a:ext cx="1057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Analytical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2D67A-7669-6D5F-36D3-66B33A116A41}"/>
              </a:ext>
            </a:extLst>
          </p:cNvPr>
          <p:cNvSpPr txBox="1"/>
          <p:nvPr/>
        </p:nvSpPr>
        <p:spPr>
          <a:xfrm>
            <a:off x="5124824" y="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9531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18</Words>
  <Application>Microsoft Office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8</cp:revision>
  <dcterms:created xsi:type="dcterms:W3CDTF">2025-12-17T17:17:29Z</dcterms:created>
  <dcterms:modified xsi:type="dcterms:W3CDTF">2025-12-17T19:59:13Z</dcterms:modified>
</cp:coreProperties>
</file>