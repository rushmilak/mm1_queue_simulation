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872413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415430"/>
            <a:ext cx="590431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333255"/>
            <a:ext cx="590431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0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632841"/>
            <a:ext cx="6789956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698739"/>
            <a:ext cx="6789956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82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675735"/>
            <a:ext cx="3345776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6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35147"/>
            <a:ext cx="6789956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622264"/>
            <a:ext cx="3330399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927226"/>
            <a:ext cx="3330399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622264"/>
            <a:ext cx="3346801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927226"/>
            <a:ext cx="3346801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2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1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65485"/>
            <a:ext cx="3985409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69228"/>
            <a:ext cx="2539058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65485"/>
            <a:ext cx="3985409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761524"/>
            <a:ext cx="2539058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35147"/>
            <a:ext cx="1697489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35147"/>
            <a:ext cx="4994062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35147"/>
            <a:ext cx="6789956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675735"/>
            <a:ext cx="6789956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C3E36-7131-4B2A-A73F-A95BF283F98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352733"/>
            <a:ext cx="2656939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352733"/>
            <a:ext cx="1771293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09C3C-E342-42CB-A0FE-FC94EF519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FEAD7B-99AE-F082-A329-CD8030A6F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79" y="-1"/>
            <a:ext cx="2544735" cy="2538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86F7D5-1E44-DE73-512E-3483603E5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999" y="0"/>
            <a:ext cx="2544735" cy="2538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6D4A6E-2C95-C4A2-FE0E-89ABA06F1496}"/>
              </a:ext>
            </a:extLst>
          </p:cNvPr>
          <p:cNvSpPr txBox="1"/>
          <p:nvPr/>
        </p:nvSpPr>
        <p:spPr>
          <a:xfrm>
            <a:off x="1035593" y="-96520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F544F-E777-E007-A923-BB215DBEE6DF}"/>
              </a:ext>
            </a:extLst>
          </p:cNvPr>
          <p:cNvSpPr txBox="1"/>
          <p:nvPr/>
        </p:nvSpPr>
        <p:spPr>
          <a:xfrm>
            <a:off x="3849913" y="-9652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9531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4</cp:revision>
  <dcterms:created xsi:type="dcterms:W3CDTF">2025-12-17T17:17:29Z</dcterms:created>
  <dcterms:modified xsi:type="dcterms:W3CDTF">2025-12-17T18:12:02Z</dcterms:modified>
</cp:coreProperties>
</file>