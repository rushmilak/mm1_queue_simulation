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872413" cy="2178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20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4052" y="356454"/>
            <a:ext cx="5904310" cy="758284"/>
          </a:xfrm>
        </p:spPr>
        <p:txBody>
          <a:bodyPr anchor="b"/>
          <a:lstStyle>
            <a:lvl1pPr algn="ctr">
              <a:defRPr sz="19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052" y="1143980"/>
            <a:ext cx="5904310" cy="525858"/>
          </a:xfrm>
        </p:spPr>
        <p:txBody>
          <a:bodyPr/>
          <a:lstStyle>
            <a:lvl1pPr marL="0" indent="0" algn="ctr">
              <a:buNone/>
              <a:defRPr sz="762"/>
            </a:lvl1pPr>
            <a:lvl2pPr marL="145207" indent="0" algn="ctr">
              <a:buNone/>
              <a:defRPr sz="635"/>
            </a:lvl2pPr>
            <a:lvl3pPr marL="290413" indent="0" algn="ctr">
              <a:buNone/>
              <a:defRPr sz="572"/>
            </a:lvl3pPr>
            <a:lvl4pPr marL="435620" indent="0" algn="ctr">
              <a:buNone/>
              <a:defRPr sz="508"/>
            </a:lvl4pPr>
            <a:lvl5pPr marL="580827" indent="0" algn="ctr">
              <a:buNone/>
              <a:defRPr sz="508"/>
            </a:lvl5pPr>
            <a:lvl6pPr marL="726034" indent="0" algn="ctr">
              <a:buNone/>
              <a:defRPr sz="508"/>
            </a:lvl6pPr>
            <a:lvl7pPr marL="871240" indent="0" algn="ctr">
              <a:buNone/>
              <a:defRPr sz="508"/>
            </a:lvl7pPr>
            <a:lvl8pPr marL="1016447" indent="0" algn="ctr">
              <a:buNone/>
              <a:defRPr sz="508"/>
            </a:lvl8pPr>
            <a:lvl9pPr marL="1161654" indent="0" algn="ctr">
              <a:buNone/>
              <a:defRPr sz="5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0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89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28" y="543000"/>
            <a:ext cx="6789956" cy="906008"/>
          </a:xfrm>
        </p:spPr>
        <p:txBody>
          <a:bodyPr anchor="b"/>
          <a:lstStyle>
            <a:lvl1pPr>
              <a:defRPr sz="19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128" y="1457580"/>
            <a:ext cx="6789956" cy="476448"/>
          </a:xfrm>
        </p:spPr>
        <p:txBody>
          <a:bodyPr/>
          <a:lstStyle>
            <a:lvl1pPr marL="0" indent="0">
              <a:buNone/>
              <a:defRPr sz="762">
                <a:solidFill>
                  <a:schemeClr val="tx1">
                    <a:tint val="82000"/>
                  </a:schemeClr>
                </a:solidFill>
              </a:defRPr>
            </a:lvl1pPr>
            <a:lvl2pPr marL="145207" indent="0">
              <a:buNone/>
              <a:defRPr sz="635">
                <a:solidFill>
                  <a:schemeClr val="tx1">
                    <a:tint val="82000"/>
                  </a:schemeClr>
                </a:solidFill>
              </a:defRPr>
            </a:lvl2pPr>
            <a:lvl3pPr marL="290413" indent="0">
              <a:buNone/>
              <a:defRPr sz="572">
                <a:solidFill>
                  <a:schemeClr val="tx1">
                    <a:tint val="82000"/>
                  </a:schemeClr>
                </a:solidFill>
              </a:defRPr>
            </a:lvl3pPr>
            <a:lvl4pPr marL="435620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4pPr>
            <a:lvl5pPr marL="580827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5pPr>
            <a:lvl6pPr marL="726034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6pPr>
            <a:lvl7pPr marL="871240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7pPr>
            <a:lvl8pPr marL="1016447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8pPr>
            <a:lvl9pPr marL="1161654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2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1228" y="579805"/>
            <a:ext cx="3345776" cy="1381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5409" y="579805"/>
            <a:ext cx="3345776" cy="13819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8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15961"/>
            <a:ext cx="6789956" cy="4209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2254" y="533925"/>
            <a:ext cx="3330399" cy="261668"/>
          </a:xfrm>
        </p:spPr>
        <p:txBody>
          <a:bodyPr anchor="b"/>
          <a:lstStyle>
            <a:lvl1pPr marL="0" indent="0">
              <a:buNone/>
              <a:defRPr sz="762" b="1"/>
            </a:lvl1pPr>
            <a:lvl2pPr marL="145207" indent="0">
              <a:buNone/>
              <a:defRPr sz="635" b="1"/>
            </a:lvl2pPr>
            <a:lvl3pPr marL="290413" indent="0">
              <a:buNone/>
              <a:defRPr sz="572" b="1"/>
            </a:lvl3pPr>
            <a:lvl4pPr marL="435620" indent="0">
              <a:buNone/>
              <a:defRPr sz="508" b="1"/>
            </a:lvl4pPr>
            <a:lvl5pPr marL="580827" indent="0">
              <a:buNone/>
              <a:defRPr sz="508" b="1"/>
            </a:lvl5pPr>
            <a:lvl6pPr marL="726034" indent="0">
              <a:buNone/>
              <a:defRPr sz="508" b="1"/>
            </a:lvl6pPr>
            <a:lvl7pPr marL="871240" indent="0">
              <a:buNone/>
              <a:defRPr sz="508" b="1"/>
            </a:lvl7pPr>
            <a:lvl8pPr marL="1016447" indent="0">
              <a:buNone/>
              <a:defRPr sz="508" b="1"/>
            </a:lvl8pPr>
            <a:lvl9pPr marL="1161654" indent="0">
              <a:buNone/>
              <a:defRPr sz="5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2254" y="795593"/>
            <a:ext cx="3330399" cy="1170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5409" y="533925"/>
            <a:ext cx="3346801" cy="261668"/>
          </a:xfrm>
        </p:spPr>
        <p:txBody>
          <a:bodyPr anchor="b"/>
          <a:lstStyle>
            <a:lvl1pPr marL="0" indent="0">
              <a:buNone/>
              <a:defRPr sz="762" b="1"/>
            </a:lvl1pPr>
            <a:lvl2pPr marL="145207" indent="0">
              <a:buNone/>
              <a:defRPr sz="635" b="1"/>
            </a:lvl2pPr>
            <a:lvl3pPr marL="290413" indent="0">
              <a:buNone/>
              <a:defRPr sz="572" b="1"/>
            </a:lvl3pPr>
            <a:lvl4pPr marL="435620" indent="0">
              <a:buNone/>
              <a:defRPr sz="508" b="1"/>
            </a:lvl4pPr>
            <a:lvl5pPr marL="580827" indent="0">
              <a:buNone/>
              <a:defRPr sz="508" b="1"/>
            </a:lvl5pPr>
            <a:lvl6pPr marL="726034" indent="0">
              <a:buNone/>
              <a:defRPr sz="508" b="1"/>
            </a:lvl6pPr>
            <a:lvl7pPr marL="871240" indent="0">
              <a:buNone/>
              <a:defRPr sz="508" b="1"/>
            </a:lvl7pPr>
            <a:lvl8pPr marL="1016447" indent="0">
              <a:buNone/>
              <a:defRPr sz="508" b="1"/>
            </a:lvl8pPr>
            <a:lvl9pPr marL="1161654" indent="0">
              <a:buNone/>
              <a:defRPr sz="5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85409" y="795593"/>
            <a:ext cx="3346801" cy="1170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7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4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6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45203"/>
            <a:ext cx="2539058" cy="508212"/>
          </a:xfrm>
        </p:spPr>
        <p:txBody>
          <a:bodyPr anchor="b"/>
          <a:lstStyle>
            <a:lvl1pPr>
              <a:defRPr sz="1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801" y="313599"/>
            <a:ext cx="3985409" cy="1547827"/>
          </a:xfrm>
        </p:spPr>
        <p:txBody>
          <a:bodyPr/>
          <a:lstStyle>
            <a:lvl1pPr>
              <a:defRPr sz="1016"/>
            </a:lvl1pPr>
            <a:lvl2pPr>
              <a:defRPr sz="889"/>
            </a:lvl2pPr>
            <a:lvl3pPr>
              <a:defRPr sz="762"/>
            </a:lvl3pPr>
            <a:lvl4pPr>
              <a:defRPr sz="635"/>
            </a:lvl4pPr>
            <a:lvl5pPr>
              <a:defRPr sz="635"/>
            </a:lvl5pPr>
            <a:lvl6pPr>
              <a:defRPr sz="635"/>
            </a:lvl6pPr>
            <a:lvl7pPr>
              <a:defRPr sz="635"/>
            </a:lvl7pPr>
            <a:lvl8pPr>
              <a:defRPr sz="635"/>
            </a:lvl8pPr>
            <a:lvl9pPr>
              <a:defRPr sz="6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653415"/>
            <a:ext cx="2539058" cy="1210532"/>
          </a:xfrm>
        </p:spPr>
        <p:txBody>
          <a:bodyPr/>
          <a:lstStyle>
            <a:lvl1pPr marL="0" indent="0">
              <a:buNone/>
              <a:defRPr sz="508"/>
            </a:lvl1pPr>
            <a:lvl2pPr marL="145207" indent="0">
              <a:buNone/>
              <a:defRPr sz="445"/>
            </a:lvl2pPr>
            <a:lvl3pPr marL="290413" indent="0">
              <a:buNone/>
              <a:defRPr sz="381"/>
            </a:lvl3pPr>
            <a:lvl4pPr marL="435620" indent="0">
              <a:buNone/>
              <a:defRPr sz="318"/>
            </a:lvl4pPr>
            <a:lvl5pPr marL="580827" indent="0">
              <a:buNone/>
              <a:defRPr sz="318"/>
            </a:lvl5pPr>
            <a:lvl6pPr marL="726034" indent="0">
              <a:buNone/>
              <a:defRPr sz="318"/>
            </a:lvl6pPr>
            <a:lvl7pPr marL="871240" indent="0">
              <a:buNone/>
              <a:defRPr sz="318"/>
            </a:lvl7pPr>
            <a:lvl8pPr marL="1016447" indent="0">
              <a:buNone/>
              <a:defRPr sz="318"/>
            </a:lvl8pPr>
            <a:lvl9pPr marL="1161654" indent="0">
              <a:buNone/>
              <a:defRPr sz="3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3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145203"/>
            <a:ext cx="2539058" cy="508212"/>
          </a:xfrm>
        </p:spPr>
        <p:txBody>
          <a:bodyPr anchor="b"/>
          <a:lstStyle>
            <a:lvl1pPr>
              <a:defRPr sz="1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46801" y="313599"/>
            <a:ext cx="3985409" cy="1547827"/>
          </a:xfrm>
        </p:spPr>
        <p:txBody>
          <a:bodyPr anchor="t"/>
          <a:lstStyle>
            <a:lvl1pPr marL="0" indent="0">
              <a:buNone/>
              <a:defRPr sz="1016"/>
            </a:lvl1pPr>
            <a:lvl2pPr marL="145207" indent="0">
              <a:buNone/>
              <a:defRPr sz="889"/>
            </a:lvl2pPr>
            <a:lvl3pPr marL="290413" indent="0">
              <a:buNone/>
              <a:defRPr sz="762"/>
            </a:lvl3pPr>
            <a:lvl4pPr marL="435620" indent="0">
              <a:buNone/>
              <a:defRPr sz="635"/>
            </a:lvl4pPr>
            <a:lvl5pPr marL="580827" indent="0">
              <a:buNone/>
              <a:defRPr sz="635"/>
            </a:lvl5pPr>
            <a:lvl6pPr marL="726034" indent="0">
              <a:buNone/>
              <a:defRPr sz="635"/>
            </a:lvl6pPr>
            <a:lvl7pPr marL="871240" indent="0">
              <a:buNone/>
              <a:defRPr sz="635"/>
            </a:lvl7pPr>
            <a:lvl8pPr marL="1016447" indent="0">
              <a:buNone/>
              <a:defRPr sz="635"/>
            </a:lvl8pPr>
            <a:lvl9pPr marL="1161654" indent="0">
              <a:buNone/>
              <a:defRPr sz="63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653415"/>
            <a:ext cx="2539058" cy="1210532"/>
          </a:xfrm>
        </p:spPr>
        <p:txBody>
          <a:bodyPr/>
          <a:lstStyle>
            <a:lvl1pPr marL="0" indent="0">
              <a:buNone/>
              <a:defRPr sz="508"/>
            </a:lvl1pPr>
            <a:lvl2pPr marL="145207" indent="0">
              <a:buNone/>
              <a:defRPr sz="445"/>
            </a:lvl2pPr>
            <a:lvl3pPr marL="290413" indent="0">
              <a:buNone/>
              <a:defRPr sz="381"/>
            </a:lvl3pPr>
            <a:lvl4pPr marL="435620" indent="0">
              <a:buNone/>
              <a:defRPr sz="318"/>
            </a:lvl4pPr>
            <a:lvl5pPr marL="580827" indent="0">
              <a:buNone/>
              <a:defRPr sz="318"/>
            </a:lvl5pPr>
            <a:lvl6pPr marL="726034" indent="0">
              <a:buNone/>
              <a:defRPr sz="318"/>
            </a:lvl6pPr>
            <a:lvl7pPr marL="871240" indent="0">
              <a:buNone/>
              <a:defRPr sz="318"/>
            </a:lvl7pPr>
            <a:lvl8pPr marL="1016447" indent="0">
              <a:buNone/>
              <a:defRPr sz="318"/>
            </a:lvl8pPr>
            <a:lvl9pPr marL="1161654" indent="0">
              <a:buNone/>
              <a:defRPr sz="3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64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943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3696" y="115961"/>
            <a:ext cx="1697489" cy="18457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1228" y="115961"/>
            <a:ext cx="4994062" cy="18457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2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229" y="115961"/>
            <a:ext cx="6789956" cy="420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229" y="579805"/>
            <a:ext cx="6789956" cy="1381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228" y="2018730"/>
            <a:ext cx="1771293" cy="1159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4EE8C-D1D9-457F-9037-DC44CB044261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7737" y="2018730"/>
            <a:ext cx="2656939" cy="1159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59892" y="2018730"/>
            <a:ext cx="1771293" cy="1159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7D3D0-34F7-4E60-8144-142BA631B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8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0413" rtl="0" eaLnBrk="1" latinLnBrk="0" hangingPunct="1">
        <a:lnSpc>
          <a:spcPct val="90000"/>
        </a:lnSpc>
        <a:spcBef>
          <a:spcPct val="0"/>
        </a:spcBef>
        <a:buNone/>
        <a:defRPr sz="1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603" indent="-72603" algn="l" defTabSz="290413" rtl="0" eaLnBrk="1" latinLnBrk="0" hangingPunct="1">
        <a:lnSpc>
          <a:spcPct val="90000"/>
        </a:lnSpc>
        <a:spcBef>
          <a:spcPts val="318"/>
        </a:spcBef>
        <a:buFont typeface="Arial" panose="020B0604020202020204" pitchFamily="34" charset="0"/>
        <a:buChar char="•"/>
        <a:defRPr sz="889" kern="1200">
          <a:solidFill>
            <a:schemeClr val="tx1"/>
          </a:solidFill>
          <a:latin typeface="+mn-lt"/>
          <a:ea typeface="+mn-ea"/>
          <a:cs typeface="+mn-cs"/>
        </a:defRPr>
      </a:lvl1pPr>
      <a:lvl2pPr marL="217810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762" kern="1200">
          <a:solidFill>
            <a:schemeClr val="tx1"/>
          </a:solidFill>
          <a:latin typeface="+mn-lt"/>
          <a:ea typeface="+mn-ea"/>
          <a:cs typeface="+mn-cs"/>
        </a:defRPr>
      </a:lvl2pPr>
      <a:lvl3pPr marL="363017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635" kern="1200">
          <a:solidFill>
            <a:schemeClr val="tx1"/>
          </a:solidFill>
          <a:latin typeface="+mn-lt"/>
          <a:ea typeface="+mn-ea"/>
          <a:cs typeface="+mn-cs"/>
        </a:defRPr>
      </a:lvl3pPr>
      <a:lvl4pPr marL="508224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4pPr>
      <a:lvl5pPr marL="653430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5pPr>
      <a:lvl6pPr marL="798637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6pPr>
      <a:lvl7pPr marL="943844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7pPr>
      <a:lvl8pPr marL="1089050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8pPr>
      <a:lvl9pPr marL="1234257" indent="-72603" algn="l" defTabSz="290413" rtl="0" eaLnBrk="1" latinLnBrk="0" hangingPunct="1">
        <a:lnSpc>
          <a:spcPct val="90000"/>
        </a:lnSpc>
        <a:spcBef>
          <a:spcPts val="159"/>
        </a:spcBef>
        <a:buFont typeface="Arial" panose="020B0604020202020204" pitchFamily="34" charset="0"/>
        <a:buChar char="•"/>
        <a:defRPr sz="5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1pPr>
      <a:lvl2pPr marL="145207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2pPr>
      <a:lvl3pPr marL="290413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3pPr>
      <a:lvl4pPr marL="435620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4pPr>
      <a:lvl5pPr marL="580827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5pPr>
      <a:lvl6pPr marL="726034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6pPr>
      <a:lvl7pPr marL="871240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7pPr>
      <a:lvl8pPr marL="1016447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8pPr>
      <a:lvl9pPr marL="1161654" algn="l" defTabSz="290413" rtl="0" eaLnBrk="1" latinLnBrk="0" hangingPunct="1">
        <a:defRPr sz="5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 descr="Door Open outline">
            <a:extLst>
              <a:ext uri="{FF2B5EF4-FFF2-40B4-BE49-F238E27FC236}">
                <a16:creationId xmlns:a16="http://schemas.microsoft.com/office/drawing/2014/main" id="{903BC135-3E6E-6AD4-3B21-F9D220AF1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3533" y="132081"/>
            <a:ext cx="914400" cy="914400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68C0F9F-DBE2-C689-564B-976B877A1DB7}"/>
              </a:ext>
            </a:extLst>
          </p:cNvPr>
          <p:cNvSpPr/>
          <p:nvPr/>
        </p:nvSpPr>
        <p:spPr>
          <a:xfrm>
            <a:off x="1198880" y="653785"/>
            <a:ext cx="2208530" cy="1307096"/>
          </a:xfrm>
          <a:prstGeom prst="roundRect">
            <a:avLst/>
          </a:prstGeom>
          <a:solidFill>
            <a:schemeClr val="bg2"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070306B-4305-32A0-46D9-28B92562B52D}"/>
              </a:ext>
            </a:extLst>
          </p:cNvPr>
          <p:cNvCxnSpPr/>
          <p:nvPr/>
        </p:nvCxnSpPr>
        <p:spPr>
          <a:xfrm>
            <a:off x="162560" y="1300480"/>
            <a:ext cx="1000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Graphic 13" descr="Man outline">
            <a:extLst>
              <a:ext uri="{FF2B5EF4-FFF2-40B4-BE49-F238E27FC236}">
                <a16:creationId xmlns:a16="http://schemas.microsoft.com/office/drawing/2014/main" id="{D88F92CB-E167-9C2D-BA70-F61B06E21A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96210" y="944880"/>
            <a:ext cx="711200" cy="711200"/>
          </a:xfrm>
          <a:prstGeom prst="rect">
            <a:avLst/>
          </a:prstGeom>
        </p:spPr>
      </p:pic>
      <p:pic>
        <p:nvPicPr>
          <p:cNvPr id="15" name="Graphic 14" descr="Man outline">
            <a:extLst>
              <a:ext uri="{FF2B5EF4-FFF2-40B4-BE49-F238E27FC236}">
                <a16:creationId xmlns:a16="http://schemas.microsoft.com/office/drawing/2014/main" id="{529095D0-C20C-9CEB-C179-404B924EA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5010" y="944880"/>
            <a:ext cx="711200" cy="711200"/>
          </a:xfrm>
          <a:prstGeom prst="rect">
            <a:avLst/>
          </a:prstGeom>
        </p:spPr>
      </p:pic>
      <p:pic>
        <p:nvPicPr>
          <p:cNvPr id="17" name="Graphic 16" descr="Woman outline">
            <a:extLst>
              <a:ext uri="{FF2B5EF4-FFF2-40B4-BE49-F238E27FC236}">
                <a16:creationId xmlns:a16="http://schemas.microsoft.com/office/drawing/2014/main" id="{055F50F4-1300-826D-BC9B-DAA02B80E1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40610" y="944880"/>
            <a:ext cx="711200" cy="711200"/>
          </a:xfrm>
          <a:prstGeom prst="rect">
            <a:avLst/>
          </a:prstGeom>
        </p:spPr>
      </p:pic>
      <p:pic>
        <p:nvPicPr>
          <p:cNvPr id="18" name="Graphic 17" descr="Woman outline">
            <a:extLst>
              <a:ext uri="{FF2B5EF4-FFF2-40B4-BE49-F238E27FC236}">
                <a16:creationId xmlns:a16="http://schemas.microsoft.com/office/drawing/2014/main" id="{551C451F-0A98-F506-BDAD-C91A0A322B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29410" y="944880"/>
            <a:ext cx="711200" cy="7112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2D38CDD-5FB9-1F5A-E1C8-99D3A1816C7B}"/>
              </a:ext>
            </a:extLst>
          </p:cNvPr>
          <p:cNvSpPr txBox="1"/>
          <p:nvPr/>
        </p:nvSpPr>
        <p:spPr>
          <a:xfrm>
            <a:off x="1198880" y="81788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0E8C7F-63EB-E33C-1E86-8F3144857429}"/>
              </a:ext>
            </a:extLst>
          </p:cNvPr>
          <p:cNvSpPr/>
          <p:nvPr/>
        </p:nvSpPr>
        <p:spPr>
          <a:xfrm>
            <a:off x="4192270" y="653785"/>
            <a:ext cx="1534160" cy="1307096"/>
          </a:xfrm>
          <a:prstGeom prst="rect">
            <a:avLst/>
          </a:prstGeom>
          <a:solidFill>
            <a:schemeClr val="tx2">
              <a:lumMod val="10000"/>
              <a:lumOff val="90000"/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F38BC14-17F7-9166-0AA0-EEE1B33CC242}"/>
              </a:ext>
            </a:extLst>
          </p:cNvPr>
          <p:cNvCxnSpPr>
            <a:cxnSpLocks/>
          </p:cNvCxnSpPr>
          <p:nvPr/>
        </p:nvCxnSpPr>
        <p:spPr>
          <a:xfrm>
            <a:off x="3469640" y="1337813"/>
            <a:ext cx="660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Graphic 36" descr="Person eating with solid fill">
            <a:extLst>
              <a:ext uri="{FF2B5EF4-FFF2-40B4-BE49-F238E27FC236}">
                <a16:creationId xmlns:a16="http://schemas.microsoft.com/office/drawing/2014/main" id="{3ADC3D98-7F62-4D20-59D1-8B9685EB20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4729800" y="1046481"/>
            <a:ext cx="914400" cy="91440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00CE2B8-EF20-1866-FECB-D68323F4A8CB}"/>
              </a:ext>
            </a:extLst>
          </p:cNvPr>
          <p:cNvCxnSpPr>
            <a:cxnSpLocks/>
          </p:cNvCxnSpPr>
          <p:nvPr/>
        </p:nvCxnSpPr>
        <p:spPr>
          <a:xfrm flipV="1">
            <a:off x="5852160" y="1239520"/>
            <a:ext cx="650240" cy="214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Man outline">
            <a:extLst>
              <a:ext uri="{FF2B5EF4-FFF2-40B4-BE49-F238E27FC236}">
                <a16:creationId xmlns:a16="http://schemas.microsoft.com/office/drawing/2014/main" id="{BC016F1C-9306-7D5B-E9C3-8A98549B4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7369" y="766762"/>
            <a:ext cx="476122" cy="476122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268A98A-D267-EB7A-D852-47585969F2C3}"/>
              </a:ext>
            </a:extLst>
          </p:cNvPr>
          <p:cNvCxnSpPr>
            <a:cxnSpLocks/>
          </p:cNvCxnSpPr>
          <p:nvPr/>
        </p:nvCxnSpPr>
        <p:spPr>
          <a:xfrm flipV="1">
            <a:off x="6787863" y="1004823"/>
            <a:ext cx="390843" cy="147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C799426-3DD9-F213-9A88-4201CDC2052A}"/>
              </a:ext>
            </a:extLst>
          </p:cNvPr>
          <p:cNvSpPr txBox="1"/>
          <p:nvPr/>
        </p:nvSpPr>
        <p:spPr>
          <a:xfrm>
            <a:off x="-26057" y="653785"/>
            <a:ext cx="1249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Arrival rate</a:t>
            </a:r>
          </a:p>
          <a:p>
            <a:pPr algn="ctr"/>
            <a:r>
              <a:rPr lang="en-US" dirty="0"/>
              <a:t>(</a:t>
            </a:r>
            <a:r>
              <a:rPr lang="el-GR" dirty="0"/>
              <a:t>λ</a:t>
            </a:r>
            <a:r>
              <a:rPr lang="en-US" dirty="0"/>
              <a:t>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F9F1F8-A045-5615-ADAC-4B46AFD5B95A}"/>
              </a:ext>
            </a:extLst>
          </p:cNvPr>
          <p:cNvSpPr txBox="1"/>
          <p:nvPr/>
        </p:nvSpPr>
        <p:spPr>
          <a:xfrm>
            <a:off x="1352852" y="7454"/>
            <a:ext cx="1900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Waiting Area </a:t>
            </a:r>
          </a:p>
          <a:p>
            <a:pPr algn="ctr"/>
            <a:r>
              <a:rPr lang="en-US" dirty="0"/>
              <a:t>(infinite capacity)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DA1551-2D31-D953-4AE8-28EF5E552B90}"/>
              </a:ext>
            </a:extLst>
          </p:cNvPr>
          <p:cNvSpPr txBox="1"/>
          <p:nvPr/>
        </p:nvSpPr>
        <p:spPr>
          <a:xfrm>
            <a:off x="4282820" y="12534"/>
            <a:ext cx="1353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Service rate</a:t>
            </a:r>
          </a:p>
          <a:p>
            <a:pPr algn="ctr"/>
            <a:r>
              <a:rPr lang="en-US" dirty="0"/>
              <a:t>(</a:t>
            </a:r>
            <a:r>
              <a:rPr lang="el-GR" dirty="0"/>
              <a:t>μ</a:t>
            </a:r>
            <a:r>
              <a:rPr lang="en-US" dirty="0"/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5E8959-FBE8-EBFD-6655-E1C07A819D3B}"/>
              </a:ext>
            </a:extLst>
          </p:cNvPr>
          <p:cNvSpPr txBox="1"/>
          <p:nvPr/>
        </p:nvSpPr>
        <p:spPr>
          <a:xfrm>
            <a:off x="6135367" y="1408418"/>
            <a:ext cx="1695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 exits the system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DBDDAF-9F88-C7C8-7F72-AD167AB55515}"/>
              </a:ext>
            </a:extLst>
          </p:cNvPr>
          <p:cNvSpPr txBox="1"/>
          <p:nvPr/>
        </p:nvSpPr>
        <p:spPr>
          <a:xfrm>
            <a:off x="1464222" y="1677675"/>
            <a:ext cx="18806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Customers waiting in queue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6435FA-74DA-08BB-9053-FA6025B77D72}"/>
              </a:ext>
            </a:extLst>
          </p:cNvPr>
          <p:cNvSpPr txBox="1"/>
          <p:nvPr/>
        </p:nvSpPr>
        <p:spPr>
          <a:xfrm>
            <a:off x="5074813" y="683270"/>
            <a:ext cx="5693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2004469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26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Rushmila Khan</dc:creator>
  <cp:lastModifiedBy>Rushmila Khan</cp:lastModifiedBy>
  <cp:revision>2</cp:revision>
  <dcterms:created xsi:type="dcterms:W3CDTF">2025-12-17T22:30:15Z</dcterms:created>
  <dcterms:modified xsi:type="dcterms:W3CDTF">2025-12-17T23:02:23Z</dcterms:modified>
</cp:coreProperties>
</file>