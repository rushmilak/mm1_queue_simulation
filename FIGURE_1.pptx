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872413" cy="253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8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4052" y="415430"/>
            <a:ext cx="5904310" cy="883744"/>
          </a:xfrm>
        </p:spPr>
        <p:txBody>
          <a:bodyPr anchor="b"/>
          <a:lstStyle>
            <a:lvl1pPr algn="ctr"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052" y="1333255"/>
            <a:ext cx="5904310" cy="612862"/>
          </a:xfrm>
        </p:spPr>
        <p:txBody>
          <a:bodyPr/>
          <a:lstStyle>
            <a:lvl1pPr marL="0" indent="0" algn="ctr">
              <a:buNone/>
              <a:defRPr sz="888"/>
            </a:lvl1pPr>
            <a:lvl2pPr marL="169210" indent="0" algn="ctr">
              <a:buNone/>
              <a:defRPr sz="740"/>
            </a:lvl2pPr>
            <a:lvl3pPr marL="338419" indent="0" algn="ctr">
              <a:buNone/>
              <a:defRPr sz="666"/>
            </a:lvl3pPr>
            <a:lvl4pPr marL="507629" indent="0" algn="ctr">
              <a:buNone/>
              <a:defRPr sz="592"/>
            </a:lvl4pPr>
            <a:lvl5pPr marL="676839" indent="0" algn="ctr">
              <a:buNone/>
              <a:defRPr sz="592"/>
            </a:lvl5pPr>
            <a:lvl6pPr marL="846049" indent="0" algn="ctr">
              <a:buNone/>
              <a:defRPr sz="592"/>
            </a:lvl6pPr>
            <a:lvl7pPr marL="1015258" indent="0" algn="ctr">
              <a:buNone/>
              <a:defRPr sz="592"/>
            </a:lvl7pPr>
            <a:lvl8pPr marL="1184468" indent="0" algn="ctr">
              <a:buNone/>
              <a:defRPr sz="592"/>
            </a:lvl8pPr>
            <a:lvl9pPr marL="1353678" indent="0" algn="ctr">
              <a:buNone/>
              <a:defRPr sz="5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0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55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28" y="632841"/>
            <a:ext cx="6789956" cy="1055909"/>
          </a:xfrm>
        </p:spPr>
        <p:txBody>
          <a:bodyPr anchor="b"/>
          <a:lstStyle>
            <a:lvl1pPr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128" y="1698739"/>
            <a:ext cx="6789956" cy="555278"/>
          </a:xfrm>
        </p:spPr>
        <p:txBody>
          <a:bodyPr/>
          <a:lstStyle>
            <a:lvl1pPr marL="0" indent="0">
              <a:buNone/>
              <a:defRPr sz="888">
                <a:solidFill>
                  <a:schemeClr val="tx1">
                    <a:tint val="82000"/>
                  </a:schemeClr>
                </a:solidFill>
              </a:defRPr>
            </a:lvl1pPr>
            <a:lvl2pPr marL="169210" indent="0">
              <a:buNone/>
              <a:defRPr sz="740">
                <a:solidFill>
                  <a:schemeClr val="tx1">
                    <a:tint val="82000"/>
                  </a:schemeClr>
                </a:solidFill>
              </a:defRPr>
            </a:lvl2pPr>
            <a:lvl3pPr marL="338419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3pPr>
            <a:lvl4pPr marL="50762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4pPr>
            <a:lvl5pPr marL="67683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5pPr>
            <a:lvl6pPr marL="84604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6pPr>
            <a:lvl7pPr marL="101525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7pPr>
            <a:lvl8pPr marL="118446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8pPr>
            <a:lvl9pPr marL="135367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4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1228" y="675735"/>
            <a:ext cx="3345776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5409" y="675735"/>
            <a:ext cx="3345776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6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35147"/>
            <a:ext cx="6789956" cy="490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2254" y="622264"/>
            <a:ext cx="3330399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2254" y="927226"/>
            <a:ext cx="3330399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5409" y="622264"/>
            <a:ext cx="3346801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85409" y="927226"/>
            <a:ext cx="3346801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2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1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7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69228"/>
            <a:ext cx="2539058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801" y="365485"/>
            <a:ext cx="3985409" cy="1803918"/>
          </a:xfrm>
        </p:spPr>
        <p:txBody>
          <a:bodyPr/>
          <a:lstStyle>
            <a:lvl1pPr>
              <a:defRPr sz="1184"/>
            </a:lvl1pPr>
            <a:lvl2pPr>
              <a:defRPr sz="1036"/>
            </a:lvl2pPr>
            <a:lvl3pPr>
              <a:defRPr sz="888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761524"/>
            <a:ext cx="2539058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69228"/>
            <a:ext cx="2539058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46801" y="365485"/>
            <a:ext cx="3985409" cy="1803918"/>
          </a:xfrm>
        </p:spPr>
        <p:txBody>
          <a:bodyPr anchor="t"/>
          <a:lstStyle>
            <a:lvl1pPr marL="0" indent="0">
              <a:buNone/>
              <a:defRPr sz="1184"/>
            </a:lvl1pPr>
            <a:lvl2pPr marL="169210" indent="0">
              <a:buNone/>
              <a:defRPr sz="1036"/>
            </a:lvl2pPr>
            <a:lvl3pPr marL="338419" indent="0">
              <a:buNone/>
              <a:defRPr sz="888"/>
            </a:lvl3pPr>
            <a:lvl4pPr marL="507629" indent="0">
              <a:buNone/>
              <a:defRPr sz="740"/>
            </a:lvl4pPr>
            <a:lvl5pPr marL="676839" indent="0">
              <a:buNone/>
              <a:defRPr sz="740"/>
            </a:lvl5pPr>
            <a:lvl6pPr marL="846049" indent="0">
              <a:buNone/>
              <a:defRPr sz="740"/>
            </a:lvl6pPr>
            <a:lvl7pPr marL="1015258" indent="0">
              <a:buNone/>
              <a:defRPr sz="740"/>
            </a:lvl7pPr>
            <a:lvl8pPr marL="1184468" indent="0">
              <a:buNone/>
              <a:defRPr sz="740"/>
            </a:lvl8pPr>
            <a:lvl9pPr marL="1353678" indent="0">
              <a:buNone/>
              <a:defRPr sz="7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761524"/>
            <a:ext cx="2539058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2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3696" y="135147"/>
            <a:ext cx="1697489" cy="2151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1228" y="135147"/>
            <a:ext cx="4994062" cy="2151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9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229" y="135147"/>
            <a:ext cx="6789956" cy="490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229" y="675735"/>
            <a:ext cx="6789956" cy="161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228" y="2352733"/>
            <a:ext cx="177129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C3E36-7131-4B2A-A73F-A95BF283F98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7737" y="2352733"/>
            <a:ext cx="2656939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59892" y="2352733"/>
            <a:ext cx="177129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38419" rtl="0" eaLnBrk="1" latinLnBrk="0" hangingPunct="1">
        <a:lnSpc>
          <a:spcPct val="90000"/>
        </a:lnSpc>
        <a:spcBef>
          <a:spcPct val="0"/>
        </a:spcBef>
        <a:buNone/>
        <a:defRPr sz="1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605" indent="-84605" algn="l" defTabSz="338419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036" kern="1200">
          <a:solidFill>
            <a:schemeClr val="tx1"/>
          </a:solidFill>
          <a:latin typeface="+mn-lt"/>
          <a:ea typeface="+mn-ea"/>
          <a:cs typeface="+mn-cs"/>
        </a:defRPr>
      </a:lvl1pPr>
      <a:lvl2pPr marL="253815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2302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9223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76144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93065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9986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26907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43828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921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2pPr>
      <a:lvl3pPr marL="33841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3pPr>
      <a:lvl4pPr marL="50762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67683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84604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1525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18446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35367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21BBE2-E908-06A3-915A-4D1C6D333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90" y="-3"/>
            <a:ext cx="2437256" cy="2538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D99435-DB07-8801-F1A7-5216D5584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6322" cy="25384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B83CAF-49EA-490F-9197-729BE31D6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578" y="-2"/>
            <a:ext cx="2437256" cy="2538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D5619A-26F2-346F-536B-73F5853BB076}"/>
              </a:ext>
            </a:extLst>
          </p:cNvPr>
          <p:cNvSpPr txBox="1"/>
          <p:nvPr/>
        </p:nvSpPr>
        <p:spPr>
          <a:xfrm>
            <a:off x="579120" y="17526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 = 10</a:t>
            </a:r>
            <a:r>
              <a:rPr lang="en-US" baseline="30000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81D8E-8532-8D8E-0F97-E0546E12FDC8}"/>
              </a:ext>
            </a:extLst>
          </p:cNvPr>
          <p:cNvSpPr txBox="1"/>
          <p:nvPr/>
        </p:nvSpPr>
        <p:spPr>
          <a:xfrm>
            <a:off x="3291840" y="1774706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 = 10</a:t>
            </a:r>
            <a:r>
              <a:rPr lang="en-US" baseline="30000" dirty="0">
                <a:solidFill>
                  <a:schemeClr val="accent4">
                    <a:lumMod val="75000"/>
                  </a:schemeClr>
                </a:solidFill>
              </a:rPr>
              <a:t>4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69A2B-4DCA-9EF0-6C03-404087BDC552}"/>
              </a:ext>
            </a:extLst>
          </p:cNvPr>
          <p:cNvSpPr txBox="1"/>
          <p:nvPr/>
        </p:nvSpPr>
        <p:spPr>
          <a:xfrm>
            <a:off x="5953760" y="1774706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 = 10</a:t>
            </a:r>
            <a:r>
              <a:rPr lang="en-US" baseline="30000" dirty="0">
                <a:solidFill>
                  <a:schemeClr val="accent4">
                    <a:lumMod val="75000"/>
                  </a:schemeClr>
                </a:solidFill>
              </a:rPr>
              <a:t>6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108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Rushmila Khan</dc:creator>
  <cp:lastModifiedBy>Rushmila Khan</cp:lastModifiedBy>
  <cp:revision>2</cp:revision>
  <dcterms:created xsi:type="dcterms:W3CDTF">2025-12-17T17:17:29Z</dcterms:created>
  <dcterms:modified xsi:type="dcterms:W3CDTF">2025-12-17T17:33:37Z</dcterms:modified>
</cp:coreProperties>
</file>