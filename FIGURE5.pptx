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7872413" cy="253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B883B-8D95-466A-903F-760A0DAE421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355725" y="1143000"/>
            <a:ext cx="9569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20CDF-2AC4-4B5C-B045-6043D44B6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5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20CDF-2AC4-4B5C-B045-6043D44B65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66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4052" y="415430"/>
            <a:ext cx="5904310" cy="883744"/>
          </a:xfrm>
        </p:spPr>
        <p:txBody>
          <a:bodyPr anchor="b"/>
          <a:lstStyle>
            <a:lvl1pPr algn="ctr"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052" y="1333255"/>
            <a:ext cx="5904310" cy="612862"/>
          </a:xfrm>
        </p:spPr>
        <p:txBody>
          <a:bodyPr/>
          <a:lstStyle>
            <a:lvl1pPr marL="0" indent="0" algn="ctr">
              <a:buNone/>
              <a:defRPr sz="888"/>
            </a:lvl1pPr>
            <a:lvl2pPr marL="169210" indent="0" algn="ctr">
              <a:buNone/>
              <a:defRPr sz="740"/>
            </a:lvl2pPr>
            <a:lvl3pPr marL="338419" indent="0" algn="ctr">
              <a:buNone/>
              <a:defRPr sz="666"/>
            </a:lvl3pPr>
            <a:lvl4pPr marL="507629" indent="0" algn="ctr">
              <a:buNone/>
              <a:defRPr sz="592"/>
            </a:lvl4pPr>
            <a:lvl5pPr marL="676839" indent="0" algn="ctr">
              <a:buNone/>
              <a:defRPr sz="592"/>
            </a:lvl5pPr>
            <a:lvl6pPr marL="846049" indent="0" algn="ctr">
              <a:buNone/>
              <a:defRPr sz="592"/>
            </a:lvl6pPr>
            <a:lvl7pPr marL="1015258" indent="0" algn="ctr">
              <a:buNone/>
              <a:defRPr sz="592"/>
            </a:lvl7pPr>
            <a:lvl8pPr marL="1184468" indent="0" algn="ctr">
              <a:buNone/>
              <a:defRPr sz="592"/>
            </a:lvl8pPr>
            <a:lvl9pPr marL="1353678" indent="0" algn="ctr">
              <a:buNone/>
              <a:defRPr sz="5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0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55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28" y="632841"/>
            <a:ext cx="6789956" cy="1055909"/>
          </a:xfrm>
        </p:spPr>
        <p:txBody>
          <a:bodyPr anchor="b"/>
          <a:lstStyle>
            <a:lvl1pPr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128" y="1698739"/>
            <a:ext cx="6789956" cy="555278"/>
          </a:xfrm>
        </p:spPr>
        <p:txBody>
          <a:bodyPr/>
          <a:lstStyle>
            <a:lvl1pPr marL="0" indent="0">
              <a:buNone/>
              <a:defRPr sz="888">
                <a:solidFill>
                  <a:schemeClr val="tx1">
                    <a:tint val="82000"/>
                  </a:schemeClr>
                </a:solidFill>
              </a:defRPr>
            </a:lvl1pPr>
            <a:lvl2pPr marL="169210" indent="0">
              <a:buNone/>
              <a:defRPr sz="740">
                <a:solidFill>
                  <a:schemeClr val="tx1">
                    <a:tint val="82000"/>
                  </a:schemeClr>
                </a:solidFill>
              </a:defRPr>
            </a:lvl2pPr>
            <a:lvl3pPr marL="338419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3pPr>
            <a:lvl4pPr marL="50762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4pPr>
            <a:lvl5pPr marL="67683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5pPr>
            <a:lvl6pPr marL="84604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6pPr>
            <a:lvl7pPr marL="101525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7pPr>
            <a:lvl8pPr marL="118446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8pPr>
            <a:lvl9pPr marL="135367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4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1228" y="675735"/>
            <a:ext cx="3345776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5409" y="675735"/>
            <a:ext cx="3345776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6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35147"/>
            <a:ext cx="6789956" cy="490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2254" y="622264"/>
            <a:ext cx="3330399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2254" y="927226"/>
            <a:ext cx="3330399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5409" y="622264"/>
            <a:ext cx="3346801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85409" y="927226"/>
            <a:ext cx="3346801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2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1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7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69228"/>
            <a:ext cx="2539058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801" y="365485"/>
            <a:ext cx="3985409" cy="1803918"/>
          </a:xfrm>
        </p:spPr>
        <p:txBody>
          <a:bodyPr/>
          <a:lstStyle>
            <a:lvl1pPr>
              <a:defRPr sz="1184"/>
            </a:lvl1pPr>
            <a:lvl2pPr>
              <a:defRPr sz="1036"/>
            </a:lvl2pPr>
            <a:lvl3pPr>
              <a:defRPr sz="888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761524"/>
            <a:ext cx="2539058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69228"/>
            <a:ext cx="2539058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46801" y="365485"/>
            <a:ext cx="3985409" cy="1803918"/>
          </a:xfrm>
        </p:spPr>
        <p:txBody>
          <a:bodyPr anchor="t"/>
          <a:lstStyle>
            <a:lvl1pPr marL="0" indent="0">
              <a:buNone/>
              <a:defRPr sz="1184"/>
            </a:lvl1pPr>
            <a:lvl2pPr marL="169210" indent="0">
              <a:buNone/>
              <a:defRPr sz="1036"/>
            </a:lvl2pPr>
            <a:lvl3pPr marL="338419" indent="0">
              <a:buNone/>
              <a:defRPr sz="888"/>
            </a:lvl3pPr>
            <a:lvl4pPr marL="507629" indent="0">
              <a:buNone/>
              <a:defRPr sz="740"/>
            </a:lvl4pPr>
            <a:lvl5pPr marL="676839" indent="0">
              <a:buNone/>
              <a:defRPr sz="740"/>
            </a:lvl5pPr>
            <a:lvl6pPr marL="846049" indent="0">
              <a:buNone/>
              <a:defRPr sz="740"/>
            </a:lvl6pPr>
            <a:lvl7pPr marL="1015258" indent="0">
              <a:buNone/>
              <a:defRPr sz="740"/>
            </a:lvl7pPr>
            <a:lvl8pPr marL="1184468" indent="0">
              <a:buNone/>
              <a:defRPr sz="740"/>
            </a:lvl8pPr>
            <a:lvl9pPr marL="1353678" indent="0">
              <a:buNone/>
              <a:defRPr sz="7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761524"/>
            <a:ext cx="2539058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2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3696" y="135147"/>
            <a:ext cx="1697489" cy="2151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1228" y="135147"/>
            <a:ext cx="4994062" cy="2151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9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229" y="135147"/>
            <a:ext cx="6789956" cy="490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229" y="675735"/>
            <a:ext cx="6789956" cy="161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228" y="2352733"/>
            <a:ext cx="177129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7737" y="2352733"/>
            <a:ext cx="2656939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59892" y="2352733"/>
            <a:ext cx="177129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38419" rtl="0" eaLnBrk="1" latinLnBrk="0" hangingPunct="1">
        <a:lnSpc>
          <a:spcPct val="90000"/>
        </a:lnSpc>
        <a:spcBef>
          <a:spcPct val="0"/>
        </a:spcBef>
        <a:buNone/>
        <a:defRPr sz="1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605" indent="-84605" algn="l" defTabSz="338419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036" kern="1200">
          <a:solidFill>
            <a:schemeClr val="tx1"/>
          </a:solidFill>
          <a:latin typeface="+mn-lt"/>
          <a:ea typeface="+mn-ea"/>
          <a:cs typeface="+mn-cs"/>
        </a:defRPr>
      </a:lvl1pPr>
      <a:lvl2pPr marL="253815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2302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9223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76144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93065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9986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26907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43828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921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2pPr>
      <a:lvl3pPr marL="33841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3pPr>
      <a:lvl4pPr marL="50762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67683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84604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1525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18446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35367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6949F4-CA89-4A2F-A381-FDF4C0D25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541559" cy="25384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6D4A6E-2C95-C4A2-FE0E-89ABA06F1496}"/>
              </a:ext>
            </a:extLst>
          </p:cNvPr>
          <p:cNvSpPr txBox="1"/>
          <p:nvPr/>
        </p:nvSpPr>
        <p:spPr>
          <a:xfrm>
            <a:off x="-41367" y="-20321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7BDFC8-41D1-A7F0-83FD-417900C70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27" y="0"/>
            <a:ext cx="2541559" cy="25384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965D6F-875E-5DFE-1B16-045C20A7E3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855" y="0"/>
            <a:ext cx="2522686" cy="25384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93DE08-1341-FB5E-08ED-E3DBFA6C7CCF}"/>
              </a:ext>
            </a:extLst>
          </p:cNvPr>
          <p:cNvSpPr txBox="1"/>
          <p:nvPr/>
        </p:nvSpPr>
        <p:spPr>
          <a:xfrm>
            <a:off x="2520723" y="-2032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A25CBA-CF5A-2104-09CD-61F1EA1E8928}"/>
              </a:ext>
            </a:extLst>
          </p:cNvPr>
          <p:cNvSpPr txBox="1"/>
          <p:nvPr/>
        </p:nvSpPr>
        <p:spPr>
          <a:xfrm>
            <a:off x="5206986" y="-2032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953108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10</Words>
  <Application>Microsoft Office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Rushmila Khan</dc:creator>
  <cp:lastModifiedBy>Rushmila Khan</cp:lastModifiedBy>
  <cp:revision>9</cp:revision>
  <dcterms:created xsi:type="dcterms:W3CDTF">2025-12-17T17:17:29Z</dcterms:created>
  <dcterms:modified xsi:type="dcterms:W3CDTF">2025-12-18T14:41:30Z</dcterms:modified>
</cp:coreProperties>
</file>